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</p:sldIdLst>
  <p:sldSz cx="12192000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3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6E6E"/>
    <a:srgbClr val="E3F1F0"/>
    <a:srgbClr val="660099"/>
    <a:srgbClr val="F3E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A57019-B51A-48A7-8AE8-FA8A8C7A1268}" v="3" dt="2026-09-01T10:06:53.8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912" autoAdjust="0"/>
  </p:normalViewPr>
  <p:slideViewPr>
    <p:cSldViewPr snapToGrid="0">
      <p:cViewPr>
        <p:scale>
          <a:sx n="150" d="100"/>
          <a:sy n="150" d="100"/>
        </p:scale>
        <p:origin x="-930" y="-774"/>
      </p:cViewPr>
      <p:guideLst>
        <p:guide orient="horz" pos="453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Clemmet" userId="da676ee2-cf91-42f1-b5b0-50ad3d295269" providerId="ADAL" clId="{10ABDDCD-81D3-41E8-A001-B77596210D69}"/>
    <pc:docChg chg="undo custSel addSld delSld modSld modMainMaster addSection delSection">
      <pc:chgData name="Thomas Clemmet" userId="da676ee2-cf91-42f1-b5b0-50ad3d295269" providerId="ADAL" clId="{10ABDDCD-81D3-41E8-A001-B77596210D69}" dt="2026-09-01T12:23:14.917" v="282" actId="1582"/>
      <pc:docMkLst>
        <pc:docMk/>
      </pc:docMkLst>
      <pc:sldChg chg="addSp delSp modSp mod">
        <pc:chgData name="Thomas Clemmet" userId="da676ee2-cf91-42f1-b5b0-50ad3d295269" providerId="ADAL" clId="{10ABDDCD-81D3-41E8-A001-B77596210D69}" dt="2026-09-01T12:23:14.917" v="282" actId="1582"/>
        <pc:sldMkLst>
          <pc:docMk/>
          <pc:sldMk cId="2279964864" sldId="260"/>
        </pc:sldMkLst>
        <pc:spChg chg="mod">
          <ac:chgData name="Thomas Clemmet" userId="da676ee2-cf91-42f1-b5b0-50ad3d295269" providerId="ADAL" clId="{10ABDDCD-81D3-41E8-A001-B77596210D69}" dt="2026-09-01T12:23:14.917" v="282" actId="1582"/>
          <ac:spMkLst>
            <pc:docMk/>
            <pc:sldMk cId="2279964864" sldId="260"/>
            <ac:spMk id="2" creationId="{CF83B1CC-51FF-E515-B2E2-F3569E7B0359}"/>
          </ac:spMkLst>
        </pc:spChg>
        <pc:spChg chg="mod">
          <ac:chgData name="Thomas Clemmet" userId="da676ee2-cf91-42f1-b5b0-50ad3d295269" providerId="ADAL" clId="{10ABDDCD-81D3-41E8-A001-B77596210D69}" dt="2026-09-01T12:23:14.917" v="282" actId="1582"/>
          <ac:spMkLst>
            <pc:docMk/>
            <pc:sldMk cId="2279964864" sldId="260"/>
            <ac:spMk id="3" creationId="{1765C712-4E25-7DDA-B216-ECCD769E5555}"/>
          </ac:spMkLst>
        </pc:spChg>
        <pc:spChg chg="del">
          <ac:chgData name="Thomas Clemmet" userId="da676ee2-cf91-42f1-b5b0-50ad3d295269" providerId="ADAL" clId="{10ABDDCD-81D3-41E8-A001-B77596210D69}" dt="2026-09-01T10:06:20.412" v="260" actId="478"/>
          <ac:spMkLst>
            <pc:docMk/>
            <pc:sldMk cId="2279964864" sldId="260"/>
            <ac:spMk id="4" creationId="{EA12DE28-F1FC-42A8-945E-1478DCF9DE30}"/>
          </ac:spMkLst>
        </pc:spChg>
        <pc:spChg chg="del">
          <ac:chgData name="Thomas Clemmet" userId="da676ee2-cf91-42f1-b5b0-50ad3d295269" providerId="ADAL" clId="{10ABDDCD-81D3-41E8-A001-B77596210D69}" dt="2026-09-01T09:55:53.080" v="79" actId="478"/>
          <ac:spMkLst>
            <pc:docMk/>
            <pc:sldMk cId="2279964864" sldId="260"/>
            <ac:spMk id="5" creationId="{D489B952-C1DB-03CA-6F8E-9F588C2ECD07}"/>
          </ac:spMkLst>
        </pc:spChg>
        <pc:spChg chg="del">
          <ac:chgData name="Thomas Clemmet" userId="da676ee2-cf91-42f1-b5b0-50ad3d295269" providerId="ADAL" clId="{10ABDDCD-81D3-41E8-A001-B77596210D69}" dt="2026-09-01T10:04:09.806" v="242" actId="478"/>
          <ac:spMkLst>
            <pc:docMk/>
            <pc:sldMk cId="2279964864" sldId="260"/>
            <ac:spMk id="6" creationId="{EC96B3D7-ED12-3647-E682-2C62E03F0AEC}"/>
          </ac:spMkLst>
        </pc:spChg>
        <pc:spChg chg="mod">
          <ac:chgData name="Thomas Clemmet" userId="da676ee2-cf91-42f1-b5b0-50ad3d295269" providerId="ADAL" clId="{10ABDDCD-81D3-41E8-A001-B77596210D69}" dt="2026-09-01T12:23:14.917" v="282" actId="1582"/>
          <ac:spMkLst>
            <pc:docMk/>
            <pc:sldMk cId="2279964864" sldId="260"/>
            <ac:spMk id="8" creationId="{1E7169DE-FC2C-3811-BFF7-1E747E1DC802}"/>
          </ac:spMkLst>
        </pc:spChg>
        <pc:spChg chg="mod">
          <ac:chgData name="Thomas Clemmet" userId="da676ee2-cf91-42f1-b5b0-50ad3d295269" providerId="ADAL" clId="{10ABDDCD-81D3-41E8-A001-B77596210D69}" dt="2026-09-01T10:08:09.139" v="272" actId="1076"/>
          <ac:spMkLst>
            <pc:docMk/>
            <pc:sldMk cId="2279964864" sldId="260"/>
            <ac:spMk id="13" creationId="{3FED18FB-E47D-348C-6841-446B0C5D131D}"/>
          </ac:spMkLst>
        </pc:spChg>
        <pc:spChg chg="add mod">
          <ac:chgData name="Thomas Clemmet" userId="da676ee2-cf91-42f1-b5b0-50ad3d295269" providerId="ADAL" clId="{10ABDDCD-81D3-41E8-A001-B77596210D69}" dt="2026-09-01T12:22:57.999" v="281" actId="1582"/>
          <ac:spMkLst>
            <pc:docMk/>
            <pc:sldMk cId="2279964864" sldId="260"/>
            <ac:spMk id="14" creationId="{1ACF2B06-419A-288E-B9FD-ACCCDD50A5E7}"/>
          </ac:spMkLst>
        </pc:spChg>
        <pc:spChg chg="add mod">
          <ac:chgData name="Thomas Clemmet" userId="da676ee2-cf91-42f1-b5b0-50ad3d295269" providerId="ADAL" clId="{10ABDDCD-81D3-41E8-A001-B77596210D69}" dt="2026-09-01T10:12:31.659" v="279" actId="113"/>
          <ac:spMkLst>
            <pc:docMk/>
            <pc:sldMk cId="2279964864" sldId="260"/>
            <ac:spMk id="15" creationId="{92E23741-0608-3676-F316-B53BBE488D37}"/>
          </ac:spMkLst>
        </pc:spChg>
        <pc:spChg chg="add mod">
          <ac:chgData name="Thomas Clemmet" userId="da676ee2-cf91-42f1-b5b0-50ad3d295269" providerId="ADAL" clId="{10ABDDCD-81D3-41E8-A001-B77596210D69}" dt="2026-09-01T10:04:32.815" v="246" actId="1076"/>
          <ac:spMkLst>
            <pc:docMk/>
            <pc:sldMk cId="2279964864" sldId="260"/>
            <ac:spMk id="16" creationId="{766AC309-5E8F-A7DB-7702-A298BABAF67F}"/>
          </ac:spMkLst>
        </pc:spChg>
        <pc:spChg chg="add mod">
          <ac:chgData name="Thomas Clemmet" userId="da676ee2-cf91-42f1-b5b0-50ad3d295269" providerId="ADAL" clId="{10ABDDCD-81D3-41E8-A001-B77596210D69}" dt="2026-09-01T12:23:14.917" v="282" actId="1582"/>
          <ac:spMkLst>
            <pc:docMk/>
            <pc:sldMk cId="2279964864" sldId="260"/>
            <ac:spMk id="17" creationId="{6F69FBC7-4004-33F1-3C0F-CC15935E3BCD}"/>
          </ac:spMkLst>
        </pc:spChg>
        <pc:spChg chg="del">
          <ac:chgData name="Thomas Clemmet" userId="da676ee2-cf91-42f1-b5b0-50ad3d295269" providerId="ADAL" clId="{10ABDDCD-81D3-41E8-A001-B77596210D69}" dt="2026-09-01T09:55:53.080" v="79" actId="478"/>
          <ac:spMkLst>
            <pc:docMk/>
            <pc:sldMk cId="2279964864" sldId="260"/>
            <ac:spMk id="18" creationId="{81B99120-ED2A-282F-06A0-9E0F67503392}"/>
          </ac:spMkLst>
        </pc:spChg>
        <pc:spChg chg="add mod">
          <ac:chgData name="Thomas Clemmet" userId="da676ee2-cf91-42f1-b5b0-50ad3d295269" providerId="ADAL" clId="{10ABDDCD-81D3-41E8-A001-B77596210D69}" dt="2026-09-01T12:23:14.917" v="282" actId="1582"/>
          <ac:spMkLst>
            <pc:docMk/>
            <pc:sldMk cId="2279964864" sldId="260"/>
            <ac:spMk id="19" creationId="{3C28693A-9057-B911-A662-EC242349D946}"/>
          </ac:spMkLst>
        </pc:spChg>
        <pc:spChg chg="add del mod">
          <ac:chgData name="Thomas Clemmet" userId="da676ee2-cf91-42f1-b5b0-50ad3d295269" providerId="ADAL" clId="{10ABDDCD-81D3-41E8-A001-B77596210D69}" dt="2026-09-01T10:08:41.811" v="275" actId="478"/>
          <ac:spMkLst>
            <pc:docMk/>
            <pc:sldMk cId="2279964864" sldId="260"/>
            <ac:spMk id="21" creationId="{C9D7F17A-BC03-BBE3-B070-183BFFE42B74}"/>
          </ac:spMkLst>
        </pc:spChg>
        <pc:spChg chg="del">
          <ac:chgData name="Thomas Clemmet" userId="da676ee2-cf91-42f1-b5b0-50ad3d295269" providerId="ADAL" clId="{10ABDDCD-81D3-41E8-A001-B77596210D69}" dt="2026-09-01T10:04:10.330" v="243" actId="478"/>
          <ac:spMkLst>
            <pc:docMk/>
            <pc:sldMk cId="2279964864" sldId="260"/>
            <ac:spMk id="22" creationId="{770E685B-AA45-91A7-39AE-39A54704BB77}"/>
          </ac:spMkLst>
        </pc:spChg>
        <pc:spChg chg="mod">
          <ac:chgData name="Thomas Clemmet" userId="da676ee2-cf91-42f1-b5b0-50ad3d295269" providerId="ADAL" clId="{10ABDDCD-81D3-41E8-A001-B77596210D69}" dt="2026-09-01T12:23:14.917" v="282" actId="1582"/>
          <ac:spMkLst>
            <pc:docMk/>
            <pc:sldMk cId="2279964864" sldId="260"/>
            <ac:spMk id="24" creationId="{E1CD53AE-FEDF-8FDC-599F-739D0D47A650}"/>
          </ac:spMkLst>
        </pc:spChg>
        <pc:spChg chg="mod">
          <ac:chgData name="Thomas Clemmet" userId="da676ee2-cf91-42f1-b5b0-50ad3d295269" providerId="ADAL" clId="{10ABDDCD-81D3-41E8-A001-B77596210D69}" dt="2026-09-01T12:23:14.917" v="282" actId="1582"/>
          <ac:spMkLst>
            <pc:docMk/>
            <pc:sldMk cId="2279964864" sldId="260"/>
            <ac:spMk id="25" creationId="{964BB478-11B9-08A6-550D-1201184A2166}"/>
          </ac:spMkLst>
        </pc:spChg>
        <pc:spChg chg="del mod">
          <ac:chgData name="Thomas Clemmet" userId="da676ee2-cf91-42f1-b5b0-50ad3d295269" providerId="ADAL" clId="{10ABDDCD-81D3-41E8-A001-B77596210D69}" dt="2026-09-01T09:58:20.684" v="231" actId="478"/>
          <ac:spMkLst>
            <pc:docMk/>
            <pc:sldMk cId="2279964864" sldId="260"/>
            <ac:spMk id="28" creationId="{1641786E-4115-F606-B06B-067D1C99D2A2}"/>
          </ac:spMkLst>
        </pc:spChg>
        <pc:spChg chg="mod ord">
          <ac:chgData name="Thomas Clemmet" userId="da676ee2-cf91-42f1-b5b0-50ad3d295269" providerId="ADAL" clId="{10ABDDCD-81D3-41E8-A001-B77596210D69}" dt="2026-09-01T12:22:57.999" v="281" actId="1582"/>
          <ac:spMkLst>
            <pc:docMk/>
            <pc:sldMk cId="2279964864" sldId="260"/>
            <ac:spMk id="29" creationId="{AE2AFAA7-B45E-A33F-F5B7-F8E1C691F041}"/>
          </ac:spMkLst>
        </pc:spChg>
        <pc:spChg chg="mod">
          <ac:chgData name="Thomas Clemmet" userId="da676ee2-cf91-42f1-b5b0-50ad3d295269" providerId="ADAL" clId="{10ABDDCD-81D3-41E8-A001-B77596210D69}" dt="2026-09-01T12:22:57.999" v="281" actId="1582"/>
          <ac:spMkLst>
            <pc:docMk/>
            <pc:sldMk cId="2279964864" sldId="260"/>
            <ac:spMk id="31" creationId="{A9C22945-B1AA-B01F-8A38-8362B748C5CF}"/>
          </ac:spMkLst>
        </pc:spChg>
        <pc:spChg chg="mod">
          <ac:chgData name="Thomas Clemmet" userId="da676ee2-cf91-42f1-b5b0-50ad3d295269" providerId="ADAL" clId="{10ABDDCD-81D3-41E8-A001-B77596210D69}" dt="2026-09-01T10:12:31.659" v="279" actId="113"/>
          <ac:spMkLst>
            <pc:docMk/>
            <pc:sldMk cId="2279964864" sldId="260"/>
            <ac:spMk id="34" creationId="{F3C61091-999C-5B47-5424-410016B5386A}"/>
          </ac:spMkLst>
        </pc:spChg>
        <pc:spChg chg="add mod">
          <ac:chgData name="Thomas Clemmet" userId="da676ee2-cf91-42f1-b5b0-50ad3d295269" providerId="ADAL" clId="{10ABDDCD-81D3-41E8-A001-B77596210D69}" dt="2026-09-01T12:22:57.999" v="281" actId="1582"/>
          <ac:spMkLst>
            <pc:docMk/>
            <pc:sldMk cId="2279964864" sldId="260"/>
            <ac:spMk id="35" creationId="{86364606-5718-F4C0-AC29-91F629F641C2}"/>
          </ac:spMkLst>
        </pc:spChg>
        <pc:spChg chg="mod">
          <ac:chgData name="Thomas Clemmet" userId="da676ee2-cf91-42f1-b5b0-50ad3d295269" providerId="ADAL" clId="{10ABDDCD-81D3-41E8-A001-B77596210D69}" dt="2026-09-01T10:12:31.659" v="279" actId="113"/>
          <ac:spMkLst>
            <pc:docMk/>
            <pc:sldMk cId="2279964864" sldId="260"/>
            <ac:spMk id="36" creationId="{D53225EC-7886-2865-756C-5D379D390728}"/>
          </ac:spMkLst>
        </pc:spChg>
        <pc:spChg chg="add mod">
          <ac:chgData name="Thomas Clemmet" userId="da676ee2-cf91-42f1-b5b0-50ad3d295269" providerId="ADAL" clId="{10ABDDCD-81D3-41E8-A001-B77596210D69}" dt="2026-09-01T12:22:57.999" v="281" actId="1582"/>
          <ac:spMkLst>
            <pc:docMk/>
            <pc:sldMk cId="2279964864" sldId="260"/>
            <ac:spMk id="37" creationId="{951BA9E6-D8A4-EBBD-562C-5817538993E4}"/>
          </ac:spMkLst>
        </pc:spChg>
        <pc:spChg chg="add mod">
          <ac:chgData name="Thomas Clemmet" userId="da676ee2-cf91-42f1-b5b0-50ad3d295269" providerId="ADAL" clId="{10ABDDCD-81D3-41E8-A001-B77596210D69}" dt="2026-09-01T12:22:57.999" v="281" actId="1582"/>
          <ac:spMkLst>
            <pc:docMk/>
            <pc:sldMk cId="2279964864" sldId="260"/>
            <ac:spMk id="39" creationId="{2803636A-8DB9-69B6-8CDD-49454E5D511C}"/>
          </ac:spMkLst>
        </pc:spChg>
        <pc:spChg chg="add mod">
          <ac:chgData name="Thomas Clemmet" userId="da676ee2-cf91-42f1-b5b0-50ad3d295269" providerId="ADAL" clId="{10ABDDCD-81D3-41E8-A001-B77596210D69}" dt="2026-09-01T12:22:57.999" v="281" actId="1582"/>
          <ac:spMkLst>
            <pc:docMk/>
            <pc:sldMk cId="2279964864" sldId="260"/>
            <ac:spMk id="42" creationId="{636ECC19-9D5E-3A33-CF68-7697FEBBFF4A}"/>
          </ac:spMkLst>
        </pc:spChg>
        <pc:spChg chg="add mod">
          <ac:chgData name="Thomas Clemmet" userId="da676ee2-cf91-42f1-b5b0-50ad3d295269" providerId="ADAL" clId="{10ABDDCD-81D3-41E8-A001-B77596210D69}" dt="2026-09-01T12:22:57.999" v="281" actId="1582"/>
          <ac:spMkLst>
            <pc:docMk/>
            <pc:sldMk cId="2279964864" sldId="260"/>
            <ac:spMk id="43" creationId="{31831052-6D09-9FB9-0CBA-2F26791E09F2}"/>
          </ac:spMkLst>
        </pc:spChg>
        <pc:spChg chg="add mod">
          <ac:chgData name="Thomas Clemmet" userId="da676ee2-cf91-42f1-b5b0-50ad3d295269" providerId="ADAL" clId="{10ABDDCD-81D3-41E8-A001-B77596210D69}" dt="2026-09-01T12:22:57.999" v="281" actId="1582"/>
          <ac:spMkLst>
            <pc:docMk/>
            <pc:sldMk cId="2279964864" sldId="260"/>
            <ac:spMk id="47" creationId="{E544E967-D3FC-24B2-F2A4-55B3E0B46597}"/>
          </ac:spMkLst>
        </pc:spChg>
        <pc:cxnChg chg="del mod">
          <ac:chgData name="Thomas Clemmet" userId="da676ee2-cf91-42f1-b5b0-50ad3d295269" providerId="ADAL" clId="{10ABDDCD-81D3-41E8-A001-B77596210D69}" dt="2026-09-01T10:04:09.315" v="241" actId="478"/>
          <ac:cxnSpMkLst>
            <pc:docMk/>
            <pc:sldMk cId="2279964864" sldId="260"/>
            <ac:cxnSpMk id="9" creationId="{EDBC43A0-9870-3D71-CFF9-6E567D20F4E5}"/>
          </ac:cxnSpMkLst>
        </pc:cxnChg>
        <pc:cxnChg chg="del">
          <ac:chgData name="Thomas Clemmet" userId="da676ee2-cf91-42f1-b5b0-50ad3d295269" providerId="ADAL" clId="{10ABDDCD-81D3-41E8-A001-B77596210D69}" dt="2026-09-01T10:04:08.833" v="240" actId="478"/>
          <ac:cxnSpMkLst>
            <pc:docMk/>
            <pc:sldMk cId="2279964864" sldId="260"/>
            <ac:cxnSpMk id="12" creationId="{84A3CE53-8456-FFCB-78BB-35F66965385D}"/>
          </ac:cxnSpMkLst>
        </pc:cxnChg>
        <pc:cxnChg chg="add mod">
          <ac:chgData name="Thomas Clemmet" userId="da676ee2-cf91-42f1-b5b0-50ad3d295269" providerId="ADAL" clId="{10ABDDCD-81D3-41E8-A001-B77596210D69}" dt="2026-09-01T10:04:32.815" v="246" actId="1076"/>
          <ac:cxnSpMkLst>
            <pc:docMk/>
            <pc:sldMk cId="2279964864" sldId="260"/>
            <ac:cxnSpMk id="20" creationId="{B5240AD9-EAED-8D7B-85C5-88C59101A6EA}"/>
          </ac:cxnSpMkLst>
        </pc:cxnChg>
        <pc:cxnChg chg="add mod">
          <ac:chgData name="Thomas Clemmet" userId="da676ee2-cf91-42f1-b5b0-50ad3d295269" providerId="ADAL" clId="{10ABDDCD-81D3-41E8-A001-B77596210D69}" dt="2026-09-01T10:04:32.815" v="246" actId="1076"/>
          <ac:cxnSpMkLst>
            <pc:docMk/>
            <pc:sldMk cId="2279964864" sldId="260"/>
            <ac:cxnSpMk id="32" creationId="{CFE7F901-D03B-1889-5350-B064D66FF5D4}"/>
          </ac:cxnSpMkLst>
        </pc:cxnChg>
        <pc:cxnChg chg="add mod">
          <ac:chgData name="Thomas Clemmet" userId="da676ee2-cf91-42f1-b5b0-50ad3d295269" providerId="ADAL" clId="{10ABDDCD-81D3-41E8-A001-B77596210D69}" dt="2026-09-01T10:08:25.413" v="273" actId="14100"/>
          <ac:cxnSpMkLst>
            <pc:docMk/>
            <pc:sldMk cId="2279964864" sldId="260"/>
            <ac:cxnSpMk id="33" creationId="{4F65E9A7-4D11-993C-BC0B-93AF93DE6130}"/>
          </ac:cxnSpMkLst>
        </pc:cxnChg>
        <pc:cxnChg chg="add mod">
          <ac:chgData name="Thomas Clemmet" userId="da676ee2-cf91-42f1-b5b0-50ad3d295269" providerId="ADAL" clId="{10ABDDCD-81D3-41E8-A001-B77596210D69}" dt="2026-09-01T10:07:00.214" v="267" actId="1076"/>
          <ac:cxnSpMkLst>
            <pc:docMk/>
            <pc:sldMk cId="2279964864" sldId="260"/>
            <ac:cxnSpMk id="40" creationId="{A6E761CB-D700-92FC-4702-49D93CE591C9}"/>
          </ac:cxnSpMkLst>
        </pc:cxnChg>
        <pc:cxnChg chg="add mod">
          <ac:chgData name="Thomas Clemmet" userId="da676ee2-cf91-42f1-b5b0-50ad3d295269" providerId="ADAL" clId="{10ABDDCD-81D3-41E8-A001-B77596210D69}" dt="2026-09-01T10:08:28.482" v="274" actId="14100"/>
          <ac:cxnSpMkLst>
            <pc:docMk/>
            <pc:sldMk cId="2279964864" sldId="260"/>
            <ac:cxnSpMk id="41" creationId="{D656FD1E-7B49-B7E3-04BA-D60587A0CB3E}"/>
          </ac:cxnSpMkLst>
        </pc:cxnChg>
      </pc:sldChg>
      <pc:sldChg chg="addSp delSp modSp add del mod">
        <pc:chgData name="Thomas Clemmet" userId="da676ee2-cf91-42f1-b5b0-50ad3d295269" providerId="ADAL" clId="{10ABDDCD-81D3-41E8-A001-B77596210D69}" dt="2026-09-01T09:51:44.861" v="75" actId="47"/>
        <pc:sldMkLst>
          <pc:docMk/>
          <pc:sldMk cId="724542956" sldId="261"/>
        </pc:sldMkLst>
      </pc:sldChg>
      <pc:sldChg chg="add del">
        <pc:chgData name="Thomas Clemmet" userId="da676ee2-cf91-42f1-b5b0-50ad3d295269" providerId="ADAL" clId="{10ABDDCD-81D3-41E8-A001-B77596210D69}" dt="2026-09-01T09:51:43.890" v="74" actId="47"/>
        <pc:sldMkLst>
          <pc:docMk/>
          <pc:sldMk cId="2297643949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356707"/>
            <a:ext cx="10363200" cy="5013407"/>
          </a:xfrm>
        </p:spPr>
        <p:txBody>
          <a:bodyPr anchor="b"/>
          <a:lstStyle>
            <a:lvl1pPr algn="ctr">
              <a:defRPr sz="799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7563450"/>
            <a:ext cx="9144000" cy="3476717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10" indent="0" algn="ctr">
              <a:buNone/>
              <a:defRPr sz="2667"/>
            </a:lvl2pPr>
            <a:lvl3pPr marL="1219020" indent="0" algn="ctr">
              <a:buNone/>
              <a:defRPr sz="2400"/>
            </a:lvl3pPr>
            <a:lvl4pPr marL="1828529" indent="0" algn="ctr">
              <a:buNone/>
              <a:defRPr sz="2133"/>
            </a:lvl4pPr>
            <a:lvl5pPr marL="2438039" indent="0" algn="ctr">
              <a:buNone/>
              <a:defRPr sz="2133"/>
            </a:lvl5pPr>
            <a:lvl6pPr marL="3047550" indent="0" algn="ctr">
              <a:buNone/>
              <a:defRPr sz="2133"/>
            </a:lvl6pPr>
            <a:lvl7pPr marL="3657060" indent="0" algn="ctr">
              <a:buNone/>
              <a:defRPr sz="2133"/>
            </a:lvl7pPr>
            <a:lvl8pPr marL="4266569" indent="0" algn="ctr">
              <a:buNone/>
              <a:defRPr sz="2133"/>
            </a:lvl8pPr>
            <a:lvl9pPr marL="4876079" indent="0" algn="ctr">
              <a:buNone/>
              <a:defRPr sz="2133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9DD6-FE41-406B-ABC4-3AB22BCFD849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DF4A-E7C2-49A3-BE3D-96594F4E99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119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9DD6-FE41-406B-ABC4-3AB22BCFD849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DF4A-E7C2-49A3-BE3D-96594F4E99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3047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590057"/>
            <a:ext cx="10515600" cy="5990088"/>
          </a:xfrm>
        </p:spPr>
        <p:txBody>
          <a:bodyPr anchor="b"/>
          <a:lstStyle>
            <a:lvl1pPr>
              <a:defRPr sz="799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9636813"/>
            <a:ext cx="10515600" cy="315004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10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02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52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0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550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060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656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07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9DD6-FE41-406B-ABC4-3AB22BCFD849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DF4A-E7C2-49A3-BE3D-96594F4E99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4100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833394"/>
            <a:ext cx="5181600" cy="91368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833394"/>
            <a:ext cx="5181600" cy="91368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9DD6-FE41-406B-ABC4-3AB22BCFD849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DF4A-E7C2-49A3-BE3D-96594F4E99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4505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66681"/>
            <a:ext cx="10515600" cy="278337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530057"/>
            <a:ext cx="5157787" cy="173002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10" indent="0">
              <a:buNone/>
              <a:defRPr sz="2667" b="1"/>
            </a:lvl2pPr>
            <a:lvl3pPr marL="1219020" indent="0">
              <a:buNone/>
              <a:defRPr sz="2400" b="1"/>
            </a:lvl3pPr>
            <a:lvl4pPr marL="1828529" indent="0">
              <a:buNone/>
              <a:defRPr sz="2133" b="1"/>
            </a:lvl4pPr>
            <a:lvl5pPr marL="2438039" indent="0">
              <a:buNone/>
              <a:defRPr sz="2133" b="1"/>
            </a:lvl5pPr>
            <a:lvl6pPr marL="3047550" indent="0">
              <a:buNone/>
              <a:defRPr sz="2133" b="1"/>
            </a:lvl6pPr>
            <a:lvl7pPr marL="3657060" indent="0">
              <a:buNone/>
              <a:defRPr sz="2133" b="1"/>
            </a:lvl7pPr>
            <a:lvl8pPr marL="4266569" indent="0">
              <a:buNone/>
              <a:defRPr sz="2133" b="1"/>
            </a:lvl8pPr>
            <a:lvl9pPr marL="4876079" indent="0">
              <a:buNone/>
              <a:defRPr sz="213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260078"/>
            <a:ext cx="5157787" cy="77367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530057"/>
            <a:ext cx="5183188" cy="173002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10" indent="0">
              <a:buNone/>
              <a:defRPr sz="2667" b="1"/>
            </a:lvl2pPr>
            <a:lvl3pPr marL="1219020" indent="0">
              <a:buNone/>
              <a:defRPr sz="2400" b="1"/>
            </a:lvl3pPr>
            <a:lvl4pPr marL="1828529" indent="0">
              <a:buNone/>
              <a:defRPr sz="2133" b="1"/>
            </a:lvl4pPr>
            <a:lvl5pPr marL="2438039" indent="0">
              <a:buNone/>
              <a:defRPr sz="2133" b="1"/>
            </a:lvl5pPr>
            <a:lvl6pPr marL="3047550" indent="0">
              <a:buNone/>
              <a:defRPr sz="2133" b="1"/>
            </a:lvl6pPr>
            <a:lvl7pPr marL="3657060" indent="0">
              <a:buNone/>
              <a:defRPr sz="2133" b="1"/>
            </a:lvl7pPr>
            <a:lvl8pPr marL="4266569" indent="0">
              <a:buNone/>
              <a:defRPr sz="2133" b="1"/>
            </a:lvl8pPr>
            <a:lvl9pPr marL="4876079" indent="0">
              <a:buNone/>
              <a:defRPr sz="213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260078"/>
            <a:ext cx="5183188" cy="77367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9DD6-FE41-406B-ABC4-3AB22BCFD849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DF4A-E7C2-49A3-BE3D-96594F4E99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7767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9DD6-FE41-406B-ABC4-3AB22BCFD849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DF4A-E7C2-49A3-BE3D-96594F4E99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3342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9DD6-FE41-406B-ABC4-3AB22BCFD849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DF4A-E7C2-49A3-BE3D-96594F4E99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8980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960014"/>
            <a:ext cx="3932237" cy="3360050"/>
          </a:xfrm>
        </p:spPr>
        <p:txBody>
          <a:bodyPr anchor="b"/>
          <a:lstStyle>
            <a:lvl1pPr>
              <a:defRPr sz="426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073371"/>
            <a:ext cx="6172200" cy="10233485"/>
          </a:xfrm>
        </p:spPr>
        <p:txBody>
          <a:bodyPr/>
          <a:lstStyle>
            <a:lvl1pPr>
              <a:defRPr sz="4266"/>
            </a:lvl1pPr>
            <a:lvl2pPr>
              <a:defRPr sz="3732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4320067"/>
            <a:ext cx="3932237" cy="8003453"/>
          </a:xfrm>
        </p:spPr>
        <p:txBody>
          <a:bodyPr/>
          <a:lstStyle>
            <a:lvl1pPr marL="0" indent="0">
              <a:buNone/>
              <a:defRPr sz="2133"/>
            </a:lvl1pPr>
            <a:lvl2pPr marL="609510" indent="0">
              <a:buNone/>
              <a:defRPr sz="1867"/>
            </a:lvl2pPr>
            <a:lvl3pPr marL="1219020" indent="0">
              <a:buNone/>
              <a:defRPr sz="1600"/>
            </a:lvl3pPr>
            <a:lvl4pPr marL="1828529" indent="0">
              <a:buNone/>
              <a:defRPr sz="1333"/>
            </a:lvl4pPr>
            <a:lvl5pPr marL="2438039" indent="0">
              <a:buNone/>
              <a:defRPr sz="1333"/>
            </a:lvl5pPr>
            <a:lvl6pPr marL="3047550" indent="0">
              <a:buNone/>
              <a:defRPr sz="1333"/>
            </a:lvl6pPr>
            <a:lvl7pPr marL="3657060" indent="0">
              <a:buNone/>
              <a:defRPr sz="1333"/>
            </a:lvl7pPr>
            <a:lvl8pPr marL="4266569" indent="0">
              <a:buNone/>
              <a:defRPr sz="1333"/>
            </a:lvl8pPr>
            <a:lvl9pPr marL="4876079" indent="0">
              <a:buNone/>
              <a:defRPr sz="133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9DD6-FE41-406B-ABC4-3AB22BCFD849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DF4A-E7C2-49A3-BE3D-96594F4E99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1509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960014"/>
            <a:ext cx="3932237" cy="3360050"/>
          </a:xfrm>
        </p:spPr>
        <p:txBody>
          <a:bodyPr anchor="b"/>
          <a:lstStyle>
            <a:lvl1pPr>
              <a:defRPr sz="426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073371"/>
            <a:ext cx="6172200" cy="10233485"/>
          </a:xfrm>
        </p:spPr>
        <p:txBody>
          <a:bodyPr anchor="t"/>
          <a:lstStyle>
            <a:lvl1pPr marL="0" indent="0">
              <a:buNone/>
              <a:defRPr sz="4266"/>
            </a:lvl1pPr>
            <a:lvl2pPr marL="609510" indent="0">
              <a:buNone/>
              <a:defRPr sz="3732"/>
            </a:lvl2pPr>
            <a:lvl3pPr marL="1219020" indent="0">
              <a:buNone/>
              <a:defRPr sz="3200"/>
            </a:lvl3pPr>
            <a:lvl4pPr marL="1828529" indent="0">
              <a:buNone/>
              <a:defRPr sz="2667"/>
            </a:lvl4pPr>
            <a:lvl5pPr marL="2438039" indent="0">
              <a:buNone/>
              <a:defRPr sz="2667"/>
            </a:lvl5pPr>
            <a:lvl6pPr marL="3047550" indent="0">
              <a:buNone/>
              <a:defRPr sz="2667"/>
            </a:lvl6pPr>
            <a:lvl7pPr marL="3657060" indent="0">
              <a:buNone/>
              <a:defRPr sz="2667"/>
            </a:lvl7pPr>
            <a:lvl8pPr marL="4266569" indent="0">
              <a:buNone/>
              <a:defRPr sz="2667"/>
            </a:lvl8pPr>
            <a:lvl9pPr marL="4876079" indent="0">
              <a:buNone/>
              <a:defRPr sz="266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4320067"/>
            <a:ext cx="3932237" cy="8003453"/>
          </a:xfrm>
        </p:spPr>
        <p:txBody>
          <a:bodyPr/>
          <a:lstStyle>
            <a:lvl1pPr marL="0" indent="0">
              <a:buNone/>
              <a:defRPr sz="2133"/>
            </a:lvl1pPr>
            <a:lvl2pPr marL="609510" indent="0">
              <a:buNone/>
              <a:defRPr sz="1867"/>
            </a:lvl2pPr>
            <a:lvl3pPr marL="1219020" indent="0">
              <a:buNone/>
              <a:defRPr sz="1600"/>
            </a:lvl3pPr>
            <a:lvl4pPr marL="1828529" indent="0">
              <a:buNone/>
              <a:defRPr sz="1333"/>
            </a:lvl4pPr>
            <a:lvl5pPr marL="2438039" indent="0">
              <a:buNone/>
              <a:defRPr sz="1333"/>
            </a:lvl5pPr>
            <a:lvl6pPr marL="3047550" indent="0">
              <a:buNone/>
              <a:defRPr sz="1333"/>
            </a:lvl6pPr>
            <a:lvl7pPr marL="3657060" indent="0">
              <a:buNone/>
              <a:defRPr sz="1333"/>
            </a:lvl7pPr>
            <a:lvl8pPr marL="4266569" indent="0">
              <a:buNone/>
              <a:defRPr sz="1333"/>
            </a:lvl8pPr>
            <a:lvl9pPr marL="4876079" indent="0">
              <a:buNone/>
              <a:defRPr sz="133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9DD6-FE41-406B-ABC4-3AB22BCFD849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DF4A-E7C2-49A3-BE3D-96594F4E99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164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9DD6-FE41-406B-ABC4-3AB22BCFD849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DF4A-E7C2-49A3-BE3D-96594F4E99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4151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6682"/>
            <a:ext cx="2628900" cy="1220351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766682"/>
            <a:ext cx="7734300" cy="1220351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9DD6-FE41-406B-ABC4-3AB22BCFD849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DF4A-E7C2-49A3-BE3D-96594F4E99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782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66681"/>
            <a:ext cx="1051560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833394"/>
            <a:ext cx="1051560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3346867"/>
            <a:ext cx="274320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039DD6-FE41-406B-ABC4-3AB22BCFD849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3346867"/>
            <a:ext cx="411480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3346867"/>
            <a:ext cx="274320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CADF4A-E7C2-49A3-BE3D-96594F4E99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0998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020" rtl="0" eaLnBrk="1" latinLnBrk="0" hangingPunct="1">
        <a:lnSpc>
          <a:spcPct val="90000"/>
        </a:lnSpc>
        <a:spcBef>
          <a:spcPct val="0"/>
        </a:spcBef>
        <a:buNone/>
        <a:defRPr sz="58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55" indent="-304755" algn="l" defTabSz="121902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2" kern="1200">
          <a:solidFill>
            <a:schemeClr val="tx1"/>
          </a:solidFill>
          <a:latin typeface="+mn-lt"/>
          <a:ea typeface="+mn-ea"/>
          <a:cs typeface="+mn-cs"/>
        </a:defRPr>
      </a:lvl1pPr>
      <a:lvl2pPr marL="914264" indent="-304755" algn="l" defTabSz="121902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775" indent="-304755" algn="l" defTabSz="121902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285" indent="-304755" algn="l" defTabSz="121902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794" indent="-304755" algn="l" defTabSz="121902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304" indent="-304755" algn="l" defTabSz="121902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814" indent="-304755" algn="l" defTabSz="121902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324" indent="-304755" algn="l" defTabSz="121902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834" indent="-304755" algn="l" defTabSz="121902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2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10" algn="l" defTabSz="121902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20" algn="l" defTabSz="121902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29" algn="l" defTabSz="121902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39" algn="l" defTabSz="121902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550" algn="l" defTabSz="121902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060" algn="l" defTabSz="121902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9" algn="l" defTabSz="121902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079" algn="l" defTabSz="121902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AE403-E426-D3ED-D3DD-C685666BA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D53225EC-7886-2865-756C-5D379D390728}"/>
              </a:ext>
            </a:extLst>
          </p:cNvPr>
          <p:cNvSpPr txBox="1"/>
          <p:nvPr/>
        </p:nvSpPr>
        <p:spPr>
          <a:xfrm>
            <a:off x="1912864" y="4686769"/>
            <a:ext cx="14067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dirty="0">
                <a:cs typeface="Arial" panose="020B0604020202020204" pitchFamily="34" charset="0"/>
              </a:rPr>
              <a:t>SECOND LINE</a:t>
            </a: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57E87FC-9EDC-8C71-1176-2956AB27CD24}"/>
              </a:ext>
            </a:extLst>
          </p:cNvPr>
          <p:cNvSpPr/>
          <p:nvPr/>
        </p:nvSpPr>
        <p:spPr>
          <a:xfrm rot="4768017">
            <a:off x="8152307" y="4241596"/>
            <a:ext cx="461680" cy="452215"/>
          </a:xfrm>
          <a:prstGeom prst="arc">
            <a:avLst>
              <a:gd name="adj1" fmla="val 6210325"/>
              <a:gd name="adj2" fmla="val 0"/>
            </a:avLst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F83B1CC-51FF-E515-B2E2-F3569E7B0359}"/>
              </a:ext>
            </a:extLst>
          </p:cNvPr>
          <p:cNvSpPr/>
          <p:nvPr/>
        </p:nvSpPr>
        <p:spPr>
          <a:xfrm>
            <a:off x="3546078" y="4295501"/>
            <a:ext cx="1613535" cy="1613535"/>
          </a:xfrm>
          <a:prstGeom prst="ellipse">
            <a:avLst/>
          </a:prstGeom>
          <a:solidFill>
            <a:srgbClr val="F3E9F9"/>
          </a:solidFill>
          <a:ln w="28575">
            <a:solidFill>
              <a:srgbClr val="660099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Induction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765C712-4E25-7DDA-B216-ECCD769E5555}"/>
              </a:ext>
            </a:extLst>
          </p:cNvPr>
          <p:cNvSpPr/>
          <p:nvPr/>
        </p:nvSpPr>
        <p:spPr>
          <a:xfrm>
            <a:off x="6889069" y="4295501"/>
            <a:ext cx="1613535" cy="1613535"/>
          </a:xfrm>
          <a:prstGeom prst="ellipse">
            <a:avLst/>
          </a:prstGeom>
          <a:solidFill>
            <a:srgbClr val="E3F1F0"/>
          </a:solidFill>
          <a:ln w="28575">
            <a:solidFill>
              <a:srgbClr val="0E6E6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Maintenance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A8047D0-495F-DFA1-11DB-8358785A8EE1}"/>
              </a:ext>
            </a:extLst>
          </p:cNvPr>
          <p:cNvCxnSpPr>
            <a:cxnSpLocks/>
            <a:stCxn id="2" idx="6"/>
            <a:endCxn id="3" idx="2"/>
          </p:cNvCxnSpPr>
          <p:nvPr/>
        </p:nvCxnSpPr>
        <p:spPr>
          <a:xfrm flipV="1">
            <a:off x="5159612" y="5102268"/>
            <a:ext cx="1729457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E7169DE-FC2C-3811-BFF7-1E747E1DC802}"/>
              </a:ext>
            </a:extLst>
          </p:cNvPr>
          <p:cNvSpPr/>
          <p:nvPr/>
        </p:nvSpPr>
        <p:spPr>
          <a:xfrm>
            <a:off x="3546078" y="9675609"/>
            <a:ext cx="1613535" cy="1613535"/>
          </a:xfrm>
          <a:prstGeom prst="ellipse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Best </a:t>
            </a:r>
            <a:b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supportive </a:t>
            </a:r>
            <a:b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care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85F26735-F084-7A1D-C09B-613A48187EBF}"/>
              </a:ext>
            </a:extLst>
          </p:cNvPr>
          <p:cNvSpPr/>
          <p:nvPr/>
        </p:nvSpPr>
        <p:spPr>
          <a:xfrm rot="4768017">
            <a:off x="8121212" y="1558402"/>
            <a:ext cx="461680" cy="452215"/>
          </a:xfrm>
          <a:prstGeom prst="arc">
            <a:avLst>
              <a:gd name="adj1" fmla="val 6210325"/>
              <a:gd name="adj2" fmla="val 0"/>
            </a:avLst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1CD53AE-FEDF-8FDC-599F-739D0D47A650}"/>
              </a:ext>
            </a:extLst>
          </p:cNvPr>
          <p:cNvSpPr/>
          <p:nvPr/>
        </p:nvSpPr>
        <p:spPr>
          <a:xfrm>
            <a:off x="3514983" y="1612307"/>
            <a:ext cx="1613535" cy="1613535"/>
          </a:xfrm>
          <a:prstGeom prst="ellipse">
            <a:avLst/>
          </a:prstGeom>
          <a:solidFill>
            <a:srgbClr val="F3E9F9"/>
          </a:solidFill>
          <a:ln w="28575">
            <a:solidFill>
              <a:srgbClr val="660099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Induction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64BB478-11B9-08A6-550D-1201184A2166}"/>
              </a:ext>
            </a:extLst>
          </p:cNvPr>
          <p:cNvSpPr/>
          <p:nvPr/>
        </p:nvSpPr>
        <p:spPr>
          <a:xfrm>
            <a:off x="6857974" y="1612307"/>
            <a:ext cx="1613535" cy="1613535"/>
          </a:xfrm>
          <a:prstGeom prst="ellipse">
            <a:avLst/>
          </a:prstGeom>
          <a:solidFill>
            <a:srgbClr val="E3F1F0"/>
          </a:solidFill>
          <a:ln w="28575">
            <a:solidFill>
              <a:srgbClr val="0E6E6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Maintenance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2674B8B-1EDB-EC85-410C-91BF934C326C}"/>
              </a:ext>
            </a:extLst>
          </p:cNvPr>
          <p:cNvCxnSpPr>
            <a:cxnSpLocks/>
            <a:stCxn id="24" idx="6"/>
            <a:endCxn id="25" idx="2"/>
          </p:cNvCxnSpPr>
          <p:nvPr/>
        </p:nvCxnSpPr>
        <p:spPr>
          <a:xfrm flipV="1">
            <a:off x="5128517" y="2419074"/>
            <a:ext cx="1729457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0209B01-D95E-2375-0A12-E5D7AB7093B6}"/>
              </a:ext>
            </a:extLst>
          </p:cNvPr>
          <p:cNvCxnSpPr>
            <a:cxnSpLocks/>
          </p:cNvCxnSpPr>
          <p:nvPr/>
        </p:nvCxnSpPr>
        <p:spPr>
          <a:xfrm flipH="1">
            <a:off x="4343966" y="3225841"/>
            <a:ext cx="3" cy="1053574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71D8273-E31D-9492-6E30-76F990A0168C}"/>
              </a:ext>
            </a:extLst>
          </p:cNvPr>
          <p:cNvCxnSpPr>
            <a:cxnSpLocks/>
            <a:stCxn id="25" idx="3"/>
          </p:cNvCxnSpPr>
          <p:nvPr/>
        </p:nvCxnSpPr>
        <p:spPr>
          <a:xfrm flipH="1">
            <a:off x="5033384" y="2989544"/>
            <a:ext cx="2060887" cy="1641669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9C22945-B1AA-B01F-8A38-8362B748C5CF}"/>
              </a:ext>
            </a:extLst>
          </p:cNvPr>
          <p:cNvSpPr txBox="1"/>
          <p:nvPr/>
        </p:nvSpPr>
        <p:spPr>
          <a:xfrm>
            <a:off x="3622601" y="3410624"/>
            <a:ext cx="1352665" cy="5232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Inadequate response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C61091-999C-5B47-5424-410016B5386A}"/>
              </a:ext>
            </a:extLst>
          </p:cNvPr>
          <p:cNvSpPr txBox="1"/>
          <p:nvPr/>
        </p:nvSpPr>
        <p:spPr>
          <a:xfrm>
            <a:off x="1912864" y="2015965"/>
            <a:ext cx="1267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dirty="0">
                <a:cs typeface="Arial" panose="020B0604020202020204" pitchFamily="34" charset="0"/>
              </a:rPr>
              <a:t>FIRST LINE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3FED18FB-E47D-348C-6841-446B0C5D131D}"/>
              </a:ext>
            </a:extLst>
          </p:cNvPr>
          <p:cNvSpPr/>
          <p:nvPr/>
        </p:nvSpPr>
        <p:spPr>
          <a:xfrm rot="16831983" flipH="1">
            <a:off x="3423711" y="9613461"/>
            <a:ext cx="461680" cy="452215"/>
          </a:xfrm>
          <a:prstGeom prst="arc">
            <a:avLst>
              <a:gd name="adj1" fmla="val 6210325"/>
              <a:gd name="adj2" fmla="val 0"/>
            </a:avLst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2AFAA7-B45E-A33F-F5B7-F8E1C691F041}"/>
              </a:ext>
            </a:extLst>
          </p:cNvPr>
          <p:cNvSpPr txBox="1"/>
          <p:nvPr/>
        </p:nvSpPr>
        <p:spPr>
          <a:xfrm>
            <a:off x="5465115" y="3449401"/>
            <a:ext cx="2363606" cy="5232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i="1" dirty="0">
                <a:latin typeface="Arial" panose="020B0604020202020204" pitchFamily="34" charset="0"/>
                <a:cs typeface="Arial" panose="020B0604020202020204" pitchFamily="34" charset="0"/>
              </a:rPr>
              <a:t>Discontinuation (loss of response or adverse event)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CF2B06-419A-288E-B9FD-ACCCDD50A5E7}"/>
              </a:ext>
            </a:extLst>
          </p:cNvPr>
          <p:cNvSpPr txBox="1"/>
          <p:nvPr/>
        </p:nvSpPr>
        <p:spPr>
          <a:xfrm>
            <a:off x="5456146" y="2157464"/>
            <a:ext cx="955578" cy="5232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i="1" dirty="0">
                <a:latin typeface="Arial" panose="020B0604020202020204" pitchFamily="34" charset="0"/>
                <a:cs typeface="Arial" panose="020B0604020202020204" pitchFamily="34" charset="0"/>
              </a:rPr>
              <a:t>PASI 75 response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E23741-0608-3676-F316-B53BBE488D37}"/>
              </a:ext>
            </a:extLst>
          </p:cNvPr>
          <p:cNvSpPr txBox="1"/>
          <p:nvPr/>
        </p:nvSpPr>
        <p:spPr>
          <a:xfrm>
            <a:off x="1912864" y="7369963"/>
            <a:ext cx="14067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dirty="0">
                <a:cs typeface="Arial" panose="020B0604020202020204" pitchFamily="34" charset="0"/>
              </a:rPr>
              <a:t>THIRD LINE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766AC309-5E8F-A7DB-7702-A298BABAF67F}"/>
              </a:ext>
            </a:extLst>
          </p:cNvPr>
          <p:cNvSpPr/>
          <p:nvPr/>
        </p:nvSpPr>
        <p:spPr>
          <a:xfrm rot="4768017">
            <a:off x="8152307" y="6924790"/>
            <a:ext cx="461680" cy="452215"/>
          </a:xfrm>
          <a:prstGeom prst="arc">
            <a:avLst>
              <a:gd name="adj1" fmla="val 6210325"/>
              <a:gd name="adj2" fmla="val 0"/>
            </a:avLst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F69FBC7-4004-33F1-3C0F-CC15935E3BCD}"/>
              </a:ext>
            </a:extLst>
          </p:cNvPr>
          <p:cNvSpPr/>
          <p:nvPr/>
        </p:nvSpPr>
        <p:spPr>
          <a:xfrm>
            <a:off x="3546078" y="6978695"/>
            <a:ext cx="1613535" cy="1613535"/>
          </a:xfrm>
          <a:prstGeom prst="ellipse">
            <a:avLst/>
          </a:prstGeom>
          <a:solidFill>
            <a:srgbClr val="F3E9F9"/>
          </a:solidFill>
          <a:ln w="28575">
            <a:solidFill>
              <a:srgbClr val="660099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Induction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C28693A-9057-B911-A662-EC242349D946}"/>
              </a:ext>
            </a:extLst>
          </p:cNvPr>
          <p:cNvSpPr/>
          <p:nvPr/>
        </p:nvSpPr>
        <p:spPr>
          <a:xfrm>
            <a:off x="6889069" y="6978695"/>
            <a:ext cx="1613535" cy="1613535"/>
          </a:xfrm>
          <a:prstGeom prst="ellipse">
            <a:avLst/>
          </a:prstGeom>
          <a:solidFill>
            <a:srgbClr val="E3F1F0"/>
          </a:solidFill>
          <a:ln w="28575">
            <a:solidFill>
              <a:srgbClr val="0E6E6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Maintenance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5240AD9-EAED-8D7B-85C5-88C59101A6EA}"/>
              </a:ext>
            </a:extLst>
          </p:cNvPr>
          <p:cNvCxnSpPr>
            <a:cxnSpLocks/>
            <a:stCxn id="17" idx="6"/>
            <a:endCxn id="19" idx="2"/>
          </p:cNvCxnSpPr>
          <p:nvPr/>
        </p:nvCxnSpPr>
        <p:spPr>
          <a:xfrm flipV="1">
            <a:off x="5159612" y="7785462"/>
            <a:ext cx="1729457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FE7F901-D03B-1889-5350-B064D66FF5D4}"/>
              </a:ext>
            </a:extLst>
          </p:cNvPr>
          <p:cNvCxnSpPr>
            <a:cxnSpLocks/>
          </p:cNvCxnSpPr>
          <p:nvPr/>
        </p:nvCxnSpPr>
        <p:spPr>
          <a:xfrm flipH="1">
            <a:off x="4343966" y="5909035"/>
            <a:ext cx="3" cy="1053574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F65E9A7-4D11-993C-BC0B-93AF93DE6130}"/>
              </a:ext>
            </a:extLst>
          </p:cNvPr>
          <p:cNvCxnSpPr>
            <a:cxnSpLocks/>
            <a:stCxn id="3" idx="3"/>
          </p:cNvCxnSpPr>
          <p:nvPr/>
        </p:nvCxnSpPr>
        <p:spPr>
          <a:xfrm flipH="1">
            <a:off x="5033384" y="5672739"/>
            <a:ext cx="2091982" cy="1641668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6364606-5718-F4C0-AC29-91F629F641C2}"/>
              </a:ext>
            </a:extLst>
          </p:cNvPr>
          <p:cNvSpPr txBox="1"/>
          <p:nvPr/>
        </p:nvSpPr>
        <p:spPr>
          <a:xfrm>
            <a:off x="3622601" y="6093818"/>
            <a:ext cx="1352665" cy="5232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Inadequate response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51BA9E6-D8A4-EBBD-562C-5817538993E4}"/>
              </a:ext>
            </a:extLst>
          </p:cNvPr>
          <p:cNvSpPr txBox="1"/>
          <p:nvPr/>
        </p:nvSpPr>
        <p:spPr>
          <a:xfrm>
            <a:off x="5465115" y="6132595"/>
            <a:ext cx="2363606" cy="5232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i="1" dirty="0">
                <a:latin typeface="Arial" panose="020B0604020202020204" pitchFamily="34" charset="0"/>
                <a:cs typeface="Arial" panose="020B0604020202020204" pitchFamily="34" charset="0"/>
              </a:rPr>
              <a:t>Discontinuation (loss of response or adverse event)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03636A-8DB9-69B6-8CDD-49454E5D511C}"/>
              </a:ext>
            </a:extLst>
          </p:cNvPr>
          <p:cNvSpPr txBox="1"/>
          <p:nvPr/>
        </p:nvSpPr>
        <p:spPr>
          <a:xfrm>
            <a:off x="5488591" y="4840657"/>
            <a:ext cx="955578" cy="5232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i="1" dirty="0">
                <a:latin typeface="Arial" panose="020B0604020202020204" pitchFamily="34" charset="0"/>
                <a:cs typeface="Arial" panose="020B0604020202020204" pitchFamily="34" charset="0"/>
              </a:rPr>
              <a:t>PASI 75 response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6E761CB-D700-92FC-4702-49D93CE591C9}"/>
              </a:ext>
            </a:extLst>
          </p:cNvPr>
          <p:cNvCxnSpPr>
            <a:cxnSpLocks/>
          </p:cNvCxnSpPr>
          <p:nvPr/>
        </p:nvCxnSpPr>
        <p:spPr>
          <a:xfrm flipH="1">
            <a:off x="4343966" y="8605950"/>
            <a:ext cx="3" cy="1053574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656FD1E-7B49-B7E3-04BA-D60587A0CB3E}"/>
              </a:ext>
            </a:extLst>
          </p:cNvPr>
          <p:cNvCxnSpPr>
            <a:cxnSpLocks/>
            <a:stCxn id="19" idx="3"/>
          </p:cNvCxnSpPr>
          <p:nvPr/>
        </p:nvCxnSpPr>
        <p:spPr>
          <a:xfrm flipH="1">
            <a:off x="5033384" y="8355933"/>
            <a:ext cx="2091982" cy="1655389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36ECC19-9D5E-3A33-CF68-7697FEBBFF4A}"/>
              </a:ext>
            </a:extLst>
          </p:cNvPr>
          <p:cNvSpPr txBox="1"/>
          <p:nvPr/>
        </p:nvSpPr>
        <p:spPr>
          <a:xfrm>
            <a:off x="3622601" y="8790733"/>
            <a:ext cx="1352665" cy="5232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Inadequate response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831052-6D09-9FB9-0CBA-2F26791E09F2}"/>
              </a:ext>
            </a:extLst>
          </p:cNvPr>
          <p:cNvSpPr txBox="1"/>
          <p:nvPr/>
        </p:nvSpPr>
        <p:spPr>
          <a:xfrm>
            <a:off x="5465115" y="8829510"/>
            <a:ext cx="2363606" cy="5232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i="1" dirty="0">
                <a:latin typeface="Arial" panose="020B0604020202020204" pitchFamily="34" charset="0"/>
                <a:cs typeface="Arial" panose="020B0604020202020204" pitchFamily="34" charset="0"/>
              </a:rPr>
              <a:t>Discontinuation (loss of response or adverse event)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544E967-D3FC-24B2-F2A4-55B3E0B46597}"/>
              </a:ext>
            </a:extLst>
          </p:cNvPr>
          <p:cNvSpPr txBox="1"/>
          <p:nvPr/>
        </p:nvSpPr>
        <p:spPr>
          <a:xfrm>
            <a:off x="5459876" y="7512653"/>
            <a:ext cx="955578" cy="5232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i="1" dirty="0">
                <a:latin typeface="Arial" panose="020B0604020202020204" pitchFamily="34" charset="0"/>
                <a:cs typeface="Arial" panose="020B0604020202020204" pitchFamily="34" charset="0"/>
              </a:rPr>
              <a:t>PASI 75 response</a:t>
            </a:r>
          </a:p>
        </p:txBody>
      </p:sp>
    </p:spTree>
    <p:extLst>
      <p:ext uri="{BB962C8B-B14F-4D97-AF65-F5344CB8AC3E}">
        <p14:creationId xmlns:p14="http://schemas.microsoft.com/office/powerpoint/2010/main" val="2279964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731</TotalTime>
  <Words>59</Words>
  <Application>Microsoft Office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Clemmet</dc:creator>
  <cp:lastModifiedBy>Thomas Clemmet</cp:lastModifiedBy>
  <cp:revision>2</cp:revision>
  <dcterms:created xsi:type="dcterms:W3CDTF">2025-12-22T12:35:35Z</dcterms:created>
  <dcterms:modified xsi:type="dcterms:W3CDTF">2026-09-01T12:23:23Z</dcterms:modified>
</cp:coreProperties>
</file>